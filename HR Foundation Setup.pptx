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82BD0BB-AB3D-4EB0-84EE-4509E0B71C36}">
  <a:tblStyle styleId="{182BD0BB-AB3D-4EB0-84EE-4509E0B71C3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82" y="7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630c41966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630c41966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630c41966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630c41966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8630c41966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8630c41966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8630c41966_1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8630c41966_1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HR Foundation Setup</a:t>
            </a: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Novexa Technologies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Company Overview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>
                <a:solidFill>
                  <a:schemeClr val="dk1"/>
                </a:solidFill>
              </a:rPr>
              <a:t>Company Name:</a:t>
            </a:r>
            <a:r>
              <a:rPr lang="en" sz="1100">
                <a:solidFill>
                  <a:schemeClr val="dk1"/>
                </a:solidFill>
              </a:rPr>
              <a:t> Novexa Technologies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>
                <a:solidFill>
                  <a:schemeClr val="dk1"/>
                </a:solidFill>
              </a:rPr>
              <a:t>Industry:</a:t>
            </a:r>
            <a:r>
              <a:rPr lang="en" sz="1100">
                <a:solidFill>
                  <a:schemeClr val="dk1"/>
                </a:solidFill>
              </a:rPr>
              <a:t> Smart Mobility &amp; Automotive Software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>
                <a:solidFill>
                  <a:schemeClr val="dk1"/>
                </a:solidFill>
              </a:rPr>
              <a:t>Headquarters:</a:t>
            </a:r>
            <a:r>
              <a:rPr lang="en" sz="1100">
                <a:solidFill>
                  <a:schemeClr val="dk1"/>
                </a:solidFill>
              </a:rPr>
              <a:t> Berlin, Germany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>
                <a:solidFill>
                  <a:schemeClr val="dk1"/>
                </a:solidFill>
              </a:rPr>
              <a:t>Global Presence: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Germany (HQ)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Egypt (MENA R&amp;D)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USA (Sales &amp; Partnerships)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Entities &amp; Operating Units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graphicFrame>
        <p:nvGraphicFramePr>
          <p:cNvPr id="68" name="Google Shape;68;p15"/>
          <p:cNvGraphicFramePr/>
          <p:nvPr/>
        </p:nvGraphicFramePr>
        <p:xfrm>
          <a:off x="952500" y="1809750"/>
          <a:ext cx="7239000" cy="1996350"/>
        </p:xfrm>
        <a:graphic>
          <a:graphicData uri="http://schemas.openxmlformats.org/drawingml/2006/table">
            <a:tbl>
              <a:tblPr>
                <a:noFill/>
                <a:tableStyleId>{182BD0BB-AB3D-4EB0-84EE-4509E0B71C36}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/>
                        <a:t>Legal Entity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/>
                        <a:t>Country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/>
                        <a:t>Function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/>
                        <a:t>Operating Unit</a:t>
                      </a:r>
                      <a:endParaRPr sz="1100"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Novexa GmbH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Germany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Corporate HQ, R&amp;D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Berlin HQ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Novexa Egypt LLC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Egypt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Regional R&amp;D, Localization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Cairo Tech Center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Novexa Inc.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USA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Sales, Partnerships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North America Sales Hub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Departments &amp; Key Roles</a:t>
            </a:r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4776050" y="1152475"/>
            <a:ext cx="4056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" sz="1100" b="1" dirty="0">
                <a:solidFill>
                  <a:schemeClr val="dk1"/>
                </a:solidFill>
              </a:rPr>
              <a:t>HR &amp; Talent</a:t>
            </a:r>
            <a:endParaRPr sz="1100" b="1" dirty="0">
              <a:solidFill>
                <a:schemeClr val="dk1"/>
              </a:solidFill>
            </a:endParaRPr>
          </a:p>
          <a:p>
            <a:pPr marL="457200" lvl="0" indent="-293211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HR Director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3211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HR Business Partner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3211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Talent Acquisition Specialist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3211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Training &amp; Development Officer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" sz="1100" b="1" dirty="0">
                <a:solidFill>
                  <a:schemeClr val="dk1"/>
                </a:solidFill>
              </a:rPr>
              <a:t>Sales &amp; Partnerships</a:t>
            </a:r>
            <a:endParaRPr sz="1100" b="1" dirty="0">
              <a:solidFill>
                <a:schemeClr val="dk1"/>
              </a:solidFill>
            </a:endParaRPr>
          </a:p>
          <a:p>
            <a:pPr marL="457200" lvl="0" indent="-293211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VP of Sales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3211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Regional Sales Manager (EMEA &amp; NA)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3211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Partnership Development Lead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" sz="1100" b="1" dirty="0">
                <a:solidFill>
                  <a:schemeClr val="dk1"/>
                </a:solidFill>
              </a:rPr>
              <a:t>Finance &amp; Legal</a:t>
            </a:r>
            <a:endParaRPr sz="1100" b="1" dirty="0">
              <a:solidFill>
                <a:schemeClr val="dk1"/>
              </a:solidFill>
            </a:endParaRPr>
          </a:p>
          <a:p>
            <a:pPr marL="457200" lvl="0" indent="-293211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Finance Controller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3211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Accountant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3211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Legal Counsel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sp>
        <p:nvSpPr>
          <p:cNvPr id="75" name="Google Shape;75;p16"/>
          <p:cNvSpPr txBox="1"/>
          <p:nvPr/>
        </p:nvSpPr>
        <p:spPr>
          <a:xfrm>
            <a:off x="606000" y="1152475"/>
            <a:ext cx="3966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 dirty="0">
                <a:solidFill>
                  <a:schemeClr val="dk1"/>
                </a:solidFill>
              </a:rPr>
              <a:t>Executive Office</a:t>
            </a:r>
            <a:endParaRPr sz="1100" b="1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CEO, COO, CFO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 dirty="0">
                <a:solidFill>
                  <a:schemeClr val="dk1"/>
                </a:solidFill>
              </a:rPr>
              <a:t>Engineering &amp; R&amp;D</a:t>
            </a:r>
            <a:endParaRPr sz="1100" b="1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VP of Engineering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Software Architect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Embedded Systems Engineer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QA Automation Lead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Junior Developer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 dirty="0">
                <a:solidFill>
                  <a:schemeClr val="dk1"/>
                </a:solidFill>
              </a:rPr>
              <a:t>Product &amp; Innovation</a:t>
            </a:r>
            <a:endParaRPr sz="1100" b="1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Chief Product Officer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Product Manager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UX/UI Designer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Data Analyst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Reporting Relationships</a:t>
            </a:r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CEO → Board of Directors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COO, CFO, CPO → CEO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Department VPs → COO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Managers → VPs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Specialists &amp; Officers → Managers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DB6373-ACE3-4E88-8583-FED94E2385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0"/>
            <a:ext cx="9144000" cy="5143500"/>
          </a:xfrm>
        </p:spPr>
        <p:txBody>
          <a:bodyPr/>
          <a:lstStyle/>
          <a:p>
            <a:pPr marL="114300" indent="0">
              <a:buNone/>
            </a:pPr>
            <a:endParaRPr lang="ar-E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BF2239-7C9E-4269-BE1E-4D6BA0BA2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855600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199</Words>
  <Application>Microsoft Office PowerPoint</Application>
  <PresentationFormat>On-screen Show (16:9)</PresentationFormat>
  <Paragraphs>60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Simple Light</vt:lpstr>
      <vt:lpstr>HR Foundation Setup</vt:lpstr>
      <vt:lpstr>Company Overview</vt:lpstr>
      <vt:lpstr>Legal Entities &amp; Operating Units</vt:lpstr>
      <vt:lpstr>Departments &amp; Key Roles</vt:lpstr>
      <vt:lpstr>Reporting Relationships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 Foundation Setup</dc:title>
  <cp:lastModifiedBy>Ahmed Moharram</cp:lastModifiedBy>
  <cp:revision>7</cp:revision>
  <dcterms:modified xsi:type="dcterms:W3CDTF">2025-11-19T19:43:40Z</dcterms:modified>
</cp:coreProperties>
</file>