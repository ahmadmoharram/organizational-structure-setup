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BD0BB-AB3D-4EB0-84EE-4509E0B71C36}">
  <a:tblStyle styleId="{182BD0BB-AB3D-4EB0-84EE-4509E0B71C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82" y="7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630c4196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630c4196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630c4196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630c4196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630c4196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630c4196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630c41966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630c41966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 Foundation Setup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Novexa Technologies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Overview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Company Name:</a:t>
            </a:r>
            <a:r>
              <a:rPr lang="en" sz="1100">
                <a:solidFill>
                  <a:schemeClr val="dk1"/>
                </a:solidFill>
              </a:rPr>
              <a:t> Novexa Technologies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Industry:</a:t>
            </a:r>
            <a:r>
              <a:rPr lang="en" sz="1100">
                <a:solidFill>
                  <a:schemeClr val="dk1"/>
                </a:solidFill>
              </a:rPr>
              <a:t> Smart Mobility &amp; Automotive Software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Headquarters:</a:t>
            </a:r>
            <a:r>
              <a:rPr lang="en" sz="1100">
                <a:solidFill>
                  <a:schemeClr val="dk1"/>
                </a:solidFill>
              </a:rPr>
              <a:t> Berlin, Germany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Global Presence: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Germany (HQ)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Egypt (MENA R&amp;D)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USA (Sales &amp; Partnerships)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Entities &amp; Operating Units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952500" y="1809750"/>
          <a:ext cx="7239000" cy="1996350"/>
        </p:xfrm>
        <a:graphic>
          <a:graphicData uri="http://schemas.openxmlformats.org/drawingml/2006/table">
            <a:tbl>
              <a:tblPr>
                <a:noFill/>
                <a:tableStyleId>{182BD0BB-AB3D-4EB0-84EE-4509E0B71C36}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Legal Entity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Country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Function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Operating Unit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Novexa GmbH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Germany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Corporate HQ, R&amp;D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Berlin HQ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Novexa Egypt LLC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Egypt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Regional R&amp;D, Localization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Cairo Tech Center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Novexa Inc.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Sales, Partnerships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North America Sales Hub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Departments &amp; Key Roles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4776050" y="1152475"/>
            <a:ext cx="4056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HR &amp; Talent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HR Director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HR Business Partner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Talent Acquisition Specialist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Training &amp; Development Officer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Sales &amp; Partnerships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VP of Sales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Regional Sales Manager (EMEA &amp; NA)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Partnership Development Lead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Finance &amp; Legal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Finance Controller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Accountant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Legal Counsel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5" name="Google Shape;75;p16"/>
          <p:cNvSpPr txBox="1"/>
          <p:nvPr/>
        </p:nvSpPr>
        <p:spPr>
          <a:xfrm>
            <a:off x="606000" y="1152475"/>
            <a:ext cx="39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Executive Office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CEO, COO, CFO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Engineering &amp; R&amp;D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VP of Engineering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Software Architect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Embedded Systems Engineer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QA Automation Lead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Junior Developer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chemeClr val="dk1"/>
                </a:solidFill>
              </a:rPr>
              <a:t>Product &amp; Innovation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Chief Product Officer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Product Manager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UX/UI Designer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Data Analyst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Reporting Relationships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CEO → Board of Directors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COO, CFO, CPO → CEO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Department VPs → COO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Managers → VPs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Specialists &amp; Officers → Managers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B6373-ACE3-4E88-8583-FED94E238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pPr marL="114300" indent="0">
              <a:buNone/>
            </a:pPr>
            <a:endParaRPr lang="ar-E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5A9ED-B55E-4F06-B9C8-702B01BB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556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199</Words>
  <Application>Microsoft Office PowerPoint</Application>
  <PresentationFormat>On-screen Show (16:9)</PresentationFormat>
  <Paragraphs>60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HR Foundation Setup</vt:lpstr>
      <vt:lpstr>Company Overview</vt:lpstr>
      <vt:lpstr>Legal Entities &amp; Operating Units</vt:lpstr>
      <vt:lpstr>Departments &amp; Key Roles</vt:lpstr>
      <vt:lpstr>Reporting Relationships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Foundation Setup</dc:title>
  <cp:lastModifiedBy>Ahmed Moharram</cp:lastModifiedBy>
  <cp:revision>6</cp:revision>
  <dcterms:modified xsi:type="dcterms:W3CDTF">2025-11-12T22:21:04Z</dcterms:modified>
</cp:coreProperties>
</file>